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Light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Work Sans" pitchFamily="2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7D02FA-8FE1-4F16-B8C4-D4BAF4ACA938}">
  <a:tblStyle styleId="{3B7D02FA-8FE1-4F16-B8C4-D4BAF4ACA9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75f6621e7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75f6621e7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75f6621e7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75f6621e7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75f6621e7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75f6621e7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75f6621e78_0_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75f6621e78_0_7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75f6621e78_0_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75f6621e78_0_7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75f6621e78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75f6621e78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75f6621e78_0_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75f6621e78_0_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75f6621e78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75f6621e78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75f6621e78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75f6621e78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75f6621e78_0_7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75f6621e78_0_7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75f6621e78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75f6621e78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 idx="2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 b="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3"/>
          </p:nvPr>
        </p:nvSpPr>
        <p:spPr>
          <a:xfrm>
            <a:off x="5039775" y="196800"/>
            <a:ext cx="3905400" cy="4749900"/>
          </a:xfrm>
          <a:prstGeom prst="roundRect">
            <a:avLst>
              <a:gd name="adj" fmla="val 2053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5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Divider Slide">
  <p:cSld name="CUSTOM_3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 b="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>
            <a:spLocks noGrp="1"/>
          </p:cNvSpPr>
          <p:nvPr>
            <p:ph type="pic" idx="3"/>
          </p:nvPr>
        </p:nvSpPr>
        <p:spPr>
          <a:xfrm>
            <a:off x="5039775" y="196800"/>
            <a:ext cx="3905400" cy="4749900"/>
          </a:xfrm>
          <a:prstGeom prst="roundRect">
            <a:avLst>
              <a:gd name="adj" fmla="val 2053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sion / Mission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52575" y="1853525"/>
            <a:ext cx="2965500" cy="24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52575" y="596800"/>
            <a:ext cx="4263600" cy="13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/ Divider" type="tx">
  <p:cSld name="TITLE_AND_BODY">
    <p:bg>
      <p:bgPr>
        <a:solidFill>
          <a:schemeClr val="dk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20875" y="1552350"/>
            <a:ext cx="6231300" cy="16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 idx="2"/>
          </p:nvPr>
        </p:nvSpPr>
        <p:spPr>
          <a:xfrm>
            <a:off x="472350" y="3144800"/>
            <a:ext cx="29655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 b="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5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nue Model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" name="Google Shape;30;p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560525" y="3718900"/>
            <a:ext cx="35526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4113125" y="3718900"/>
            <a:ext cx="35526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3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Timeline" type="titleOnly">
  <p:cSld name="TITLE_ONLY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452575" y="596800"/>
            <a:ext cx="6868800" cy="13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589475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2601850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3"/>
          </p:nvPr>
        </p:nvSpPr>
        <p:spPr>
          <a:xfrm>
            <a:off x="4601450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4"/>
          </p:nvPr>
        </p:nvSpPr>
        <p:spPr>
          <a:xfrm>
            <a:off x="6602800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etitive Advantage">
  <p:cSld name="ONE_COLUMN_TEXT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6" name="Google Shape;46;p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452575" y="596800"/>
            <a:ext cx="4418100" cy="29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9pPr>
          </a:lstStyle>
          <a:p>
            <a:endParaRPr/>
          </a:p>
        </p:txBody>
      </p:sp>
      <p:sp>
        <p:nvSpPr>
          <p:cNvPr id="48" name="Google Shape;48;p8"/>
          <p:cNvSpPr>
            <a:spLocks noGrp="1"/>
          </p:cNvSpPr>
          <p:nvPr>
            <p:ph type="pic" idx="2"/>
          </p:nvPr>
        </p:nvSpPr>
        <p:spPr>
          <a:xfrm>
            <a:off x="5039775" y="196800"/>
            <a:ext cx="3905400" cy="4749900"/>
          </a:xfrm>
          <a:prstGeom prst="roundRect">
            <a:avLst>
              <a:gd name="adj" fmla="val 2053"/>
            </a:avLst>
          </a:prstGeom>
          <a:noFill/>
          <a:ln>
            <a:noFill/>
          </a:ln>
        </p:spPr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452575" y="1966775"/>
            <a:ext cx="3212700" cy="20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3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">
  <p:cSld name="MAIN_POINT">
    <p:bg>
      <p:bgPr>
        <a:solidFill>
          <a:schemeClr val="dk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>
            <a:spLocks noGrp="1"/>
          </p:cNvSpPr>
          <p:nvPr>
            <p:ph type="pic" idx="2"/>
          </p:nvPr>
        </p:nvSpPr>
        <p:spPr>
          <a:xfrm>
            <a:off x="566350" y="1569300"/>
            <a:ext cx="1466400" cy="1570200"/>
          </a:xfrm>
          <a:prstGeom prst="roundRect">
            <a:avLst>
              <a:gd name="adj" fmla="val 6320"/>
            </a:avLst>
          </a:prstGeom>
          <a:noFill/>
          <a:ln>
            <a:noFill/>
          </a:ln>
        </p:spPr>
      </p:sp>
      <p:sp>
        <p:nvSpPr>
          <p:cNvPr id="55" name="Google Shape;55;p9"/>
          <p:cNvSpPr>
            <a:spLocks noGrp="1"/>
          </p:cNvSpPr>
          <p:nvPr>
            <p:ph type="pic" idx="3"/>
          </p:nvPr>
        </p:nvSpPr>
        <p:spPr>
          <a:xfrm>
            <a:off x="2588275" y="1569300"/>
            <a:ext cx="1466400" cy="1570200"/>
          </a:xfrm>
          <a:prstGeom prst="roundRect">
            <a:avLst>
              <a:gd name="adj" fmla="val 6320"/>
            </a:avLst>
          </a:prstGeom>
          <a:noFill/>
          <a:ln>
            <a:noFill/>
          </a:ln>
        </p:spPr>
      </p:sp>
      <p:sp>
        <p:nvSpPr>
          <p:cNvPr id="56" name="Google Shape;56;p9"/>
          <p:cNvSpPr>
            <a:spLocks noGrp="1"/>
          </p:cNvSpPr>
          <p:nvPr>
            <p:ph type="pic" idx="4"/>
          </p:nvPr>
        </p:nvSpPr>
        <p:spPr>
          <a:xfrm>
            <a:off x="4613113" y="1569300"/>
            <a:ext cx="1466400" cy="1570200"/>
          </a:xfrm>
          <a:prstGeom prst="roundRect">
            <a:avLst>
              <a:gd name="adj" fmla="val 6320"/>
            </a:avLst>
          </a:prstGeom>
          <a:noFill/>
          <a:ln>
            <a:noFill/>
          </a:ln>
        </p:spPr>
      </p:sp>
      <p:sp>
        <p:nvSpPr>
          <p:cNvPr id="57" name="Google Shape;57;p9"/>
          <p:cNvSpPr>
            <a:spLocks noGrp="1"/>
          </p:cNvSpPr>
          <p:nvPr>
            <p:ph type="pic" idx="5"/>
          </p:nvPr>
        </p:nvSpPr>
        <p:spPr>
          <a:xfrm>
            <a:off x="6637950" y="1569300"/>
            <a:ext cx="1466400" cy="1570200"/>
          </a:xfrm>
          <a:prstGeom prst="roundRect">
            <a:avLst>
              <a:gd name="adj" fmla="val 6320"/>
            </a:avLst>
          </a:prstGeom>
          <a:noFill/>
          <a:ln>
            <a:noFill/>
          </a:ln>
        </p:spPr>
      </p:sp>
      <p:cxnSp>
        <p:nvCxnSpPr>
          <p:cNvPr id="58" name="Google Shape;58;p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0850" y="596800"/>
            <a:ext cx="67677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566350" y="3190975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ubTitle" idx="6"/>
          </p:nvPr>
        </p:nvSpPr>
        <p:spPr>
          <a:xfrm>
            <a:off x="2588275" y="3190975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7"/>
          </p:nvPr>
        </p:nvSpPr>
        <p:spPr>
          <a:xfrm>
            <a:off x="4613113" y="3190975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8"/>
          </p:nvPr>
        </p:nvSpPr>
        <p:spPr>
          <a:xfrm>
            <a:off x="6637950" y="3190975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9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rrent Market / Market Size">
  <p:cSld name="SECTION_TITLE_AND_DESCRIPTION">
    <p:bg>
      <p:bgPr>
        <a:solidFill>
          <a:schemeClr val="dk2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69" name="Google Shape;69;p10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" name="Google Shape;70;p10"/>
          <p:cNvSpPr txBox="1">
            <a:spLocks noGrp="1"/>
          </p:cNvSpPr>
          <p:nvPr>
            <p:ph type="subTitle" idx="1"/>
          </p:nvPr>
        </p:nvSpPr>
        <p:spPr>
          <a:xfrm>
            <a:off x="675475" y="3055900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2"/>
          </p:nvPr>
        </p:nvSpPr>
        <p:spPr>
          <a:xfrm>
            <a:off x="604925" y="3668125"/>
            <a:ext cx="1607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ubTitle" idx="3"/>
          </p:nvPr>
        </p:nvSpPr>
        <p:spPr>
          <a:xfrm>
            <a:off x="3885400" y="3055900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4"/>
          </p:nvPr>
        </p:nvSpPr>
        <p:spPr>
          <a:xfrm>
            <a:off x="3814850" y="3668125"/>
            <a:ext cx="1607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ubTitle" idx="5"/>
          </p:nvPr>
        </p:nvSpPr>
        <p:spPr>
          <a:xfrm>
            <a:off x="7024719" y="3055900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body" idx="6"/>
          </p:nvPr>
        </p:nvSpPr>
        <p:spPr>
          <a:xfrm>
            <a:off x="6954219" y="3668125"/>
            <a:ext cx="1607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450850" y="596800"/>
            <a:ext cx="6767700" cy="12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0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10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ncial Breakdown">
  <p:cSld name="SECTION_TITLE_AND_DESCRIPTION_1">
    <p:bg>
      <p:bgPr>
        <a:solidFill>
          <a:schemeClr val="dk2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1"/>
          <p:cNvSpPr txBox="1">
            <a:spLocks noGrp="1"/>
          </p:cNvSpPr>
          <p:nvPr>
            <p:ph type="subTitle" idx="1"/>
          </p:nvPr>
        </p:nvSpPr>
        <p:spPr>
          <a:xfrm>
            <a:off x="3486575" y="2706950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body" idx="2"/>
          </p:nvPr>
        </p:nvSpPr>
        <p:spPr>
          <a:xfrm>
            <a:off x="3416075" y="2982325"/>
            <a:ext cx="1607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84" name="Google Shape;84;p11"/>
          <p:cNvCxnSpPr>
            <a:endCxn id="85" idx="2"/>
          </p:cNvCxnSpPr>
          <p:nvPr/>
        </p:nvCxnSpPr>
        <p:spPr>
          <a:xfrm>
            <a:off x="2904275" y="2048466"/>
            <a:ext cx="7719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" name="Google Shape;86;p11"/>
          <p:cNvCxnSpPr/>
          <p:nvPr/>
        </p:nvCxnSpPr>
        <p:spPr>
          <a:xfrm>
            <a:off x="4765924" y="2048466"/>
            <a:ext cx="7719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" name="Google Shape;87;p11"/>
          <p:cNvCxnSpPr/>
          <p:nvPr/>
        </p:nvCxnSpPr>
        <p:spPr>
          <a:xfrm>
            <a:off x="6635736" y="2048466"/>
            <a:ext cx="7719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" name="Google Shape;85;p11"/>
          <p:cNvSpPr/>
          <p:nvPr/>
        </p:nvSpPr>
        <p:spPr>
          <a:xfrm>
            <a:off x="3676175" y="1504866"/>
            <a:ext cx="1087200" cy="1087200"/>
          </a:xfrm>
          <a:prstGeom prst="flowChartConnector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5548513" y="1504866"/>
            <a:ext cx="1087200" cy="1087200"/>
          </a:xfrm>
          <a:prstGeom prst="flowChartConnector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1"/>
          <p:cNvSpPr/>
          <p:nvPr/>
        </p:nvSpPr>
        <p:spPr>
          <a:xfrm>
            <a:off x="7417725" y="1504866"/>
            <a:ext cx="1087200" cy="1087200"/>
          </a:xfrm>
          <a:prstGeom prst="flowChartConnector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3"/>
          </p:nvPr>
        </p:nvSpPr>
        <p:spPr>
          <a:xfrm>
            <a:off x="5358925" y="2706950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4"/>
          </p:nvPr>
        </p:nvSpPr>
        <p:spPr>
          <a:xfrm>
            <a:off x="5288425" y="2982325"/>
            <a:ext cx="1607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5"/>
          </p:nvPr>
        </p:nvSpPr>
        <p:spPr>
          <a:xfrm>
            <a:off x="7231275" y="2706950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6"/>
          </p:nvPr>
        </p:nvSpPr>
        <p:spPr>
          <a:xfrm>
            <a:off x="7160775" y="2982325"/>
            <a:ext cx="1607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/>
          <p:nvPr/>
        </p:nvSpPr>
        <p:spPr>
          <a:xfrm>
            <a:off x="603475" y="2706950"/>
            <a:ext cx="2313300" cy="1413600"/>
          </a:xfrm>
          <a:prstGeom prst="roundRect">
            <a:avLst>
              <a:gd name="adj" fmla="val 7414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rgbClr val="F6F5EC"/>
              </a:solidFill>
            </a:endParaRPr>
          </a:p>
        </p:txBody>
      </p:sp>
      <p:sp>
        <p:nvSpPr>
          <p:cNvPr id="95" name="Google Shape;95;p11"/>
          <p:cNvSpPr txBox="1">
            <a:spLocks noGrp="1"/>
          </p:cNvSpPr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body" idx="7"/>
          </p:nvPr>
        </p:nvSpPr>
        <p:spPr>
          <a:xfrm>
            <a:off x="603475" y="2758400"/>
            <a:ext cx="2313300" cy="13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1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1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/ Graph">
  <p:cSld name="CAPTION_ONLY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 txBox="1">
            <a:spLocks noGrp="1"/>
          </p:cNvSpPr>
          <p:nvPr>
            <p:ph type="title"/>
          </p:nvPr>
        </p:nvSpPr>
        <p:spPr>
          <a:xfrm>
            <a:off x="452575" y="596800"/>
            <a:ext cx="4418100" cy="13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body" idx="1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Header">
  <p:cSld name="BIG_NUMBER">
    <p:bg>
      <p:bgPr>
        <a:solidFill>
          <a:schemeClr val="dk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>
            <a:spLocks noGrp="1"/>
          </p:cNvSpPr>
          <p:nvPr>
            <p:ph type="pic" idx="2"/>
          </p:nvPr>
        </p:nvSpPr>
        <p:spPr>
          <a:xfrm>
            <a:off x="213750" y="586950"/>
            <a:ext cx="8701800" cy="2327100"/>
          </a:xfrm>
          <a:prstGeom prst="roundRect">
            <a:avLst>
              <a:gd name="adj" fmla="val 3913"/>
            </a:avLst>
          </a:prstGeom>
          <a:noFill/>
          <a:ln>
            <a:noFill/>
          </a:ln>
        </p:spPr>
      </p:sp>
      <p:sp>
        <p:nvSpPr>
          <p:cNvPr id="104" name="Google Shape;104;p13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05" name="Google Shape;105;p1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" name="Google Shape;106;p13"/>
          <p:cNvSpPr txBox="1">
            <a:spLocks noGrp="1"/>
          </p:cNvSpPr>
          <p:nvPr>
            <p:ph type="body" idx="1"/>
          </p:nvPr>
        </p:nvSpPr>
        <p:spPr>
          <a:xfrm>
            <a:off x="5362800" y="3071200"/>
            <a:ext cx="35526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-to-Market Strategy" type="blank">
  <p:cSld name="BLANK">
    <p:bg>
      <p:bgPr>
        <a:solidFill>
          <a:srgbClr val="1C4587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title"/>
          </p:nvPr>
        </p:nvSpPr>
        <p:spPr>
          <a:xfrm>
            <a:off x="450850" y="596800"/>
            <a:ext cx="40830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ubTitle" idx="1"/>
          </p:nvPr>
        </p:nvSpPr>
        <p:spPr>
          <a:xfrm>
            <a:off x="4210025" y="2802675"/>
            <a:ext cx="19068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body" idx="2"/>
          </p:nvPr>
        </p:nvSpPr>
        <p:spPr>
          <a:xfrm>
            <a:off x="4210025" y="3441550"/>
            <a:ext cx="1607400" cy="10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subTitle" idx="3"/>
          </p:nvPr>
        </p:nvSpPr>
        <p:spPr>
          <a:xfrm>
            <a:off x="6458950" y="2802675"/>
            <a:ext cx="19068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body" idx="4"/>
          </p:nvPr>
        </p:nvSpPr>
        <p:spPr>
          <a:xfrm>
            <a:off x="6458950" y="3441550"/>
            <a:ext cx="1607400" cy="10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body" idx="5"/>
          </p:nvPr>
        </p:nvSpPr>
        <p:spPr>
          <a:xfrm>
            <a:off x="450850" y="2399275"/>
            <a:ext cx="3048000" cy="21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TITLE_1"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>
            <a:spLocks noGrp="1"/>
          </p:cNvSpPr>
          <p:nvPr>
            <p:ph type="title"/>
          </p:nvPr>
        </p:nvSpPr>
        <p:spPr>
          <a:xfrm>
            <a:off x="452575" y="596800"/>
            <a:ext cx="4418100" cy="13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subTitle" idx="1"/>
          </p:nvPr>
        </p:nvSpPr>
        <p:spPr>
          <a:xfrm>
            <a:off x="467825" y="1857300"/>
            <a:ext cx="21510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19" name="Google Shape;119;p15"/>
          <p:cNvSpPr txBox="1">
            <a:spLocks noGrp="1"/>
          </p:cNvSpPr>
          <p:nvPr>
            <p:ph type="body" idx="2"/>
          </p:nvPr>
        </p:nvSpPr>
        <p:spPr>
          <a:xfrm>
            <a:off x="391625" y="2271825"/>
            <a:ext cx="21510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subTitle" idx="3"/>
          </p:nvPr>
        </p:nvSpPr>
        <p:spPr>
          <a:xfrm>
            <a:off x="3052450" y="1857300"/>
            <a:ext cx="21510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body" idx="4"/>
          </p:nvPr>
        </p:nvSpPr>
        <p:spPr>
          <a:xfrm>
            <a:off x="2976250" y="2271825"/>
            <a:ext cx="21510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5"/>
          </p:nvPr>
        </p:nvSpPr>
        <p:spPr>
          <a:xfrm>
            <a:off x="5637075" y="1857300"/>
            <a:ext cx="21510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6"/>
          </p:nvPr>
        </p:nvSpPr>
        <p:spPr>
          <a:xfrm>
            <a:off x="5560875" y="2271825"/>
            <a:ext cx="21510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subTitle" idx="7"/>
          </p:nvPr>
        </p:nvSpPr>
        <p:spPr>
          <a:xfrm>
            <a:off x="467825" y="3075100"/>
            <a:ext cx="21510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8"/>
          </p:nvPr>
        </p:nvSpPr>
        <p:spPr>
          <a:xfrm>
            <a:off x="391625" y="3489625"/>
            <a:ext cx="21510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subTitle" idx="9"/>
          </p:nvPr>
        </p:nvSpPr>
        <p:spPr>
          <a:xfrm>
            <a:off x="3052450" y="3075100"/>
            <a:ext cx="21510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13"/>
          </p:nvPr>
        </p:nvSpPr>
        <p:spPr>
          <a:xfrm>
            <a:off x="2976250" y="3489625"/>
            <a:ext cx="21510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4"/>
          </p:nvPr>
        </p:nvSpPr>
        <p:spPr>
          <a:xfrm>
            <a:off x="5637075" y="3075100"/>
            <a:ext cx="21510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5"/>
          </p:nvPr>
        </p:nvSpPr>
        <p:spPr>
          <a:xfrm>
            <a:off x="5560875" y="3489625"/>
            <a:ext cx="21510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atures / Benefits">
  <p:cSld name="CUSTOM">
    <p:bg>
      <p:bgPr>
        <a:solidFill>
          <a:schemeClr val="lt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2" name="Google Shape;132;p1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452575" y="633600"/>
            <a:ext cx="3954600" cy="13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9pPr>
          </a:lstStyle>
          <a:p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1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16"/>
          <p:cNvSpPr txBox="1">
            <a:spLocks noGrp="1"/>
          </p:cNvSpPr>
          <p:nvPr>
            <p:ph type="sldNum" idx="2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Images">
  <p:cSld name="CUSTOM_1">
    <p:bg>
      <p:bgPr>
        <a:solidFill>
          <a:schemeClr val="dk2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>
            <a:spLocks noGrp="1"/>
          </p:cNvSpPr>
          <p:nvPr>
            <p:ph type="pic" idx="2"/>
          </p:nvPr>
        </p:nvSpPr>
        <p:spPr>
          <a:xfrm>
            <a:off x="211850" y="203250"/>
            <a:ext cx="4292400" cy="4737000"/>
          </a:xfrm>
          <a:prstGeom prst="roundRect">
            <a:avLst>
              <a:gd name="adj" fmla="val 3358"/>
            </a:avLst>
          </a:prstGeom>
          <a:noFill/>
          <a:ln>
            <a:noFill/>
          </a:ln>
        </p:spPr>
      </p:sp>
      <p:sp>
        <p:nvSpPr>
          <p:cNvPr id="140" name="Google Shape;140;p17"/>
          <p:cNvSpPr>
            <a:spLocks noGrp="1"/>
          </p:cNvSpPr>
          <p:nvPr>
            <p:ph type="pic" idx="3"/>
          </p:nvPr>
        </p:nvSpPr>
        <p:spPr>
          <a:xfrm>
            <a:off x="4639750" y="203250"/>
            <a:ext cx="4292400" cy="4737000"/>
          </a:xfrm>
          <a:prstGeom prst="roundRect">
            <a:avLst>
              <a:gd name="adj" fmla="val 3358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Competition">
  <p:cSld name="CUSTOM_2"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>
            <a:spLocks noGrp="1"/>
          </p:cNvSpPr>
          <p:nvPr>
            <p:ph type="pic" idx="2"/>
          </p:nvPr>
        </p:nvSpPr>
        <p:spPr>
          <a:xfrm>
            <a:off x="4014725" y="557375"/>
            <a:ext cx="1374300" cy="1471500"/>
          </a:xfrm>
          <a:prstGeom prst="roundRect">
            <a:avLst>
              <a:gd name="adj" fmla="val 7582"/>
            </a:avLst>
          </a:prstGeom>
          <a:noFill/>
          <a:ln>
            <a:noFill/>
          </a:ln>
        </p:spPr>
      </p:sp>
      <p:sp>
        <p:nvSpPr>
          <p:cNvPr id="143" name="Google Shape;143;p18"/>
          <p:cNvSpPr>
            <a:spLocks noGrp="1"/>
          </p:cNvSpPr>
          <p:nvPr>
            <p:ph type="pic" idx="3"/>
          </p:nvPr>
        </p:nvSpPr>
        <p:spPr>
          <a:xfrm>
            <a:off x="5688575" y="557375"/>
            <a:ext cx="1374300" cy="1471500"/>
          </a:xfrm>
          <a:prstGeom prst="roundRect">
            <a:avLst>
              <a:gd name="adj" fmla="val 7582"/>
            </a:avLst>
          </a:prstGeom>
          <a:noFill/>
          <a:ln>
            <a:noFill/>
          </a:ln>
        </p:spPr>
      </p:sp>
      <p:sp>
        <p:nvSpPr>
          <p:cNvPr id="144" name="Google Shape;144;p18"/>
          <p:cNvSpPr>
            <a:spLocks noGrp="1"/>
          </p:cNvSpPr>
          <p:nvPr>
            <p:ph type="pic" idx="4"/>
          </p:nvPr>
        </p:nvSpPr>
        <p:spPr>
          <a:xfrm>
            <a:off x="7362425" y="557375"/>
            <a:ext cx="1374300" cy="1471500"/>
          </a:xfrm>
          <a:prstGeom prst="roundRect">
            <a:avLst>
              <a:gd name="adj" fmla="val 7582"/>
            </a:avLst>
          </a:prstGeom>
          <a:noFill/>
          <a:ln>
            <a:noFill/>
          </a:ln>
        </p:spPr>
      </p:sp>
      <p:sp>
        <p:nvSpPr>
          <p:cNvPr id="145" name="Google Shape;145;p18"/>
          <p:cNvSpPr>
            <a:spLocks noGrp="1"/>
          </p:cNvSpPr>
          <p:nvPr>
            <p:ph type="pic" idx="5"/>
          </p:nvPr>
        </p:nvSpPr>
        <p:spPr>
          <a:xfrm>
            <a:off x="4014725" y="2644475"/>
            <a:ext cx="1374300" cy="1471500"/>
          </a:xfrm>
          <a:prstGeom prst="roundRect">
            <a:avLst>
              <a:gd name="adj" fmla="val 7582"/>
            </a:avLst>
          </a:prstGeom>
          <a:noFill/>
          <a:ln>
            <a:noFill/>
          </a:ln>
        </p:spPr>
      </p:sp>
      <p:sp>
        <p:nvSpPr>
          <p:cNvPr id="146" name="Google Shape;146;p18"/>
          <p:cNvSpPr>
            <a:spLocks noGrp="1"/>
          </p:cNvSpPr>
          <p:nvPr>
            <p:ph type="pic" idx="6"/>
          </p:nvPr>
        </p:nvSpPr>
        <p:spPr>
          <a:xfrm>
            <a:off x="5688575" y="2644475"/>
            <a:ext cx="1374300" cy="1471500"/>
          </a:xfrm>
          <a:prstGeom prst="roundRect">
            <a:avLst>
              <a:gd name="adj" fmla="val 7582"/>
            </a:avLst>
          </a:prstGeom>
          <a:noFill/>
          <a:ln>
            <a:noFill/>
          </a:ln>
        </p:spPr>
      </p:sp>
      <p:sp>
        <p:nvSpPr>
          <p:cNvPr id="147" name="Google Shape;147;p18"/>
          <p:cNvSpPr>
            <a:spLocks noGrp="1"/>
          </p:cNvSpPr>
          <p:nvPr>
            <p:ph type="pic" idx="7"/>
          </p:nvPr>
        </p:nvSpPr>
        <p:spPr>
          <a:xfrm>
            <a:off x="7362425" y="2644475"/>
            <a:ext cx="1374300" cy="1471500"/>
          </a:xfrm>
          <a:prstGeom prst="roundRect">
            <a:avLst>
              <a:gd name="adj" fmla="val 7582"/>
            </a:avLst>
          </a:prstGeom>
          <a:noFill/>
          <a:ln>
            <a:noFill/>
          </a:ln>
        </p:spPr>
      </p:sp>
      <p:cxnSp>
        <p:nvCxnSpPr>
          <p:cNvPr id="148" name="Google Shape;148;p1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" name="Google Shape;149;p18"/>
          <p:cNvSpPr txBox="1">
            <a:spLocks noGrp="1"/>
          </p:cNvSpPr>
          <p:nvPr>
            <p:ph type="title"/>
          </p:nvPr>
        </p:nvSpPr>
        <p:spPr>
          <a:xfrm>
            <a:off x="452575" y="596800"/>
            <a:ext cx="3262500" cy="13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subTitle" idx="1"/>
          </p:nvPr>
        </p:nvSpPr>
        <p:spPr>
          <a:xfrm>
            <a:off x="452575" y="1956400"/>
            <a:ext cx="2616000" cy="6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body" idx="8"/>
          </p:nvPr>
        </p:nvSpPr>
        <p:spPr>
          <a:xfrm>
            <a:off x="467825" y="2583700"/>
            <a:ext cx="32472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ubTitle" idx="9"/>
          </p:nvPr>
        </p:nvSpPr>
        <p:spPr>
          <a:xfrm>
            <a:off x="4014725" y="2028875"/>
            <a:ext cx="1374300" cy="6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53" name="Google Shape;153;p18"/>
          <p:cNvSpPr txBox="1">
            <a:spLocks noGrp="1"/>
          </p:cNvSpPr>
          <p:nvPr>
            <p:ph type="subTitle" idx="13"/>
          </p:nvPr>
        </p:nvSpPr>
        <p:spPr>
          <a:xfrm>
            <a:off x="5688575" y="2028875"/>
            <a:ext cx="1374300" cy="6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54" name="Google Shape;154;p18"/>
          <p:cNvSpPr txBox="1">
            <a:spLocks noGrp="1"/>
          </p:cNvSpPr>
          <p:nvPr>
            <p:ph type="subTitle" idx="14"/>
          </p:nvPr>
        </p:nvSpPr>
        <p:spPr>
          <a:xfrm>
            <a:off x="7362425" y="2028875"/>
            <a:ext cx="1374300" cy="6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55" name="Google Shape;155;p18"/>
          <p:cNvSpPr txBox="1">
            <a:spLocks noGrp="1"/>
          </p:cNvSpPr>
          <p:nvPr>
            <p:ph type="subTitle" idx="15"/>
          </p:nvPr>
        </p:nvSpPr>
        <p:spPr>
          <a:xfrm>
            <a:off x="4014725" y="4067725"/>
            <a:ext cx="1374300" cy="6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56" name="Google Shape;156;p18"/>
          <p:cNvSpPr txBox="1">
            <a:spLocks noGrp="1"/>
          </p:cNvSpPr>
          <p:nvPr>
            <p:ph type="subTitle" idx="16"/>
          </p:nvPr>
        </p:nvSpPr>
        <p:spPr>
          <a:xfrm>
            <a:off x="5688575" y="4067725"/>
            <a:ext cx="1374300" cy="6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subTitle" idx="17"/>
          </p:nvPr>
        </p:nvSpPr>
        <p:spPr>
          <a:xfrm>
            <a:off x="7362425" y="4067725"/>
            <a:ext cx="1374300" cy="6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18"/>
          <p:cNvSpPr txBox="1">
            <a:spLocks noGrp="1"/>
          </p:cNvSpPr>
          <p:nvPr>
            <p:ph type="sldNum" idx="12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allery">
  <p:cSld name="CUSTOM_1_1">
    <p:bg>
      <p:bgPr>
        <a:solidFill>
          <a:schemeClr val="dk2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>
            <a:spLocks noGrp="1"/>
          </p:cNvSpPr>
          <p:nvPr>
            <p:ph type="pic" idx="2"/>
          </p:nvPr>
        </p:nvSpPr>
        <p:spPr>
          <a:xfrm>
            <a:off x="228625" y="592625"/>
            <a:ext cx="22050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163" name="Google Shape;163;p19"/>
          <p:cNvSpPr>
            <a:spLocks noGrp="1"/>
          </p:cNvSpPr>
          <p:nvPr>
            <p:ph type="pic" idx="3"/>
          </p:nvPr>
        </p:nvSpPr>
        <p:spPr>
          <a:xfrm>
            <a:off x="3931925" y="592625"/>
            <a:ext cx="22050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164" name="Google Shape;164;p19"/>
          <p:cNvSpPr>
            <a:spLocks noGrp="1"/>
          </p:cNvSpPr>
          <p:nvPr>
            <p:ph type="pic" idx="4"/>
          </p:nvPr>
        </p:nvSpPr>
        <p:spPr>
          <a:xfrm>
            <a:off x="7635600" y="592625"/>
            <a:ext cx="11352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165" name="Google Shape;165;p19"/>
          <p:cNvSpPr>
            <a:spLocks noGrp="1"/>
          </p:cNvSpPr>
          <p:nvPr>
            <p:ph type="pic" idx="5"/>
          </p:nvPr>
        </p:nvSpPr>
        <p:spPr>
          <a:xfrm>
            <a:off x="25753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6" name="Google Shape;166;p19"/>
          <p:cNvSpPr>
            <a:spLocks noGrp="1"/>
          </p:cNvSpPr>
          <p:nvPr>
            <p:ph type="pic" idx="6"/>
          </p:nvPr>
        </p:nvSpPr>
        <p:spPr>
          <a:xfrm>
            <a:off x="62788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7" name="Google Shape;167;p19"/>
          <p:cNvSpPr>
            <a:spLocks noGrp="1"/>
          </p:cNvSpPr>
          <p:nvPr>
            <p:ph type="pic" idx="7"/>
          </p:nvPr>
        </p:nvSpPr>
        <p:spPr>
          <a:xfrm>
            <a:off x="2286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8" name="Google Shape;168;p19"/>
          <p:cNvSpPr>
            <a:spLocks noGrp="1"/>
          </p:cNvSpPr>
          <p:nvPr>
            <p:ph type="pic" idx="8"/>
          </p:nvPr>
        </p:nvSpPr>
        <p:spPr>
          <a:xfrm>
            <a:off x="1545425" y="1963950"/>
            <a:ext cx="22050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169" name="Google Shape;169;p19"/>
          <p:cNvSpPr>
            <a:spLocks noGrp="1"/>
          </p:cNvSpPr>
          <p:nvPr>
            <p:ph type="pic" idx="9"/>
          </p:nvPr>
        </p:nvSpPr>
        <p:spPr>
          <a:xfrm>
            <a:off x="3932063" y="1963950"/>
            <a:ext cx="11352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170" name="Google Shape;170;p19"/>
          <p:cNvSpPr>
            <a:spLocks noGrp="1"/>
          </p:cNvSpPr>
          <p:nvPr>
            <p:ph type="pic" idx="13"/>
          </p:nvPr>
        </p:nvSpPr>
        <p:spPr>
          <a:xfrm>
            <a:off x="5248888" y="1963950"/>
            <a:ext cx="22050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171" name="Google Shape;171;p19"/>
          <p:cNvSpPr>
            <a:spLocks noGrp="1"/>
          </p:cNvSpPr>
          <p:nvPr>
            <p:ph type="pic" idx="14"/>
          </p:nvPr>
        </p:nvSpPr>
        <p:spPr>
          <a:xfrm>
            <a:off x="75557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2" name="Google Shape;172;p19"/>
          <p:cNvSpPr>
            <a:spLocks noGrp="1"/>
          </p:cNvSpPr>
          <p:nvPr>
            <p:ph type="pic" idx="15"/>
          </p:nvPr>
        </p:nvSpPr>
        <p:spPr>
          <a:xfrm>
            <a:off x="228625" y="3335275"/>
            <a:ext cx="22050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173" name="Google Shape;173;p19"/>
          <p:cNvSpPr>
            <a:spLocks noGrp="1"/>
          </p:cNvSpPr>
          <p:nvPr>
            <p:ph type="pic" idx="16"/>
          </p:nvPr>
        </p:nvSpPr>
        <p:spPr>
          <a:xfrm>
            <a:off x="3931925" y="3335275"/>
            <a:ext cx="22050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174" name="Google Shape;174;p19"/>
          <p:cNvSpPr>
            <a:spLocks noGrp="1"/>
          </p:cNvSpPr>
          <p:nvPr>
            <p:ph type="pic" idx="17"/>
          </p:nvPr>
        </p:nvSpPr>
        <p:spPr>
          <a:xfrm>
            <a:off x="7635600" y="3335275"/>
            <a:ext cx="11352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175" name="Google Shape;175;p19"/>
          <p:cNvSpPr>
            <a:spLocks noGrp="1"/>
          </p:cNvSpPr>
          <p:nvPr>
            <p:ph type="pic" idx="18"/>
          </p:nvPr>
        </p:nvSpPr>
        <p:spPr>
          <a:xfrm>
            <a:off x="25753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6" name="Google Shape;176;p19"/>
          <p:cNvSpPr>
            <a:spLocks noGrp="1"/>
          </p:cNvSpPr>
          <p:nvPr>
            <p:ph type="pic" idx="19"/>
          </p:nvPr>
        </p:nvSpPr>
        <p:spPr>
          <a:xfrm>
            <a:off x="62788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7" name="Google Shape;177;p19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78" name="Google Shape;178;p1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19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3" name="Google Shape;183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4" name="Google Shape;18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7" name="Google Shape;18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95" name="Google Shape;195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96" name="Google Shape;19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2" name="Google Shape;202;p2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03" name="Google Shape;20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_1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215" name="Google Shape;215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8" name="Google Shape;218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1">
  <p:cSld name="BLANK_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3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" name="Google Shape;226;p3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7" name="Google Shape;227;p3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8" name="Google Shape;228;p3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9" name="Google Shape;229;p3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0" name="Google Shape;230;p3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34" name="Google Shape;234;p3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2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3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39" name="Google Shape;239;p3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40" name="Google Shape;240;p3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3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2" name="Google Shape;242;p3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3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46" name="Google Shape;246;p3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47" name="Google Shape;247;p34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48" name="Google Shape;248;p3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9" name="Google Shape;249;p34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50" name="Google Shape;250;p34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51" name="Google Shape;251;p34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3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55" name="Google Shape;255;p3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56" name="Google Shape;256;p3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57" name="Google Shape;257;p3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58" name="Google Shape;258;p3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59" name="Google Shape;259;p3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60" name="Google Shape;260;p3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61" name="Google Shape;261;p3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62" name="Google Shape;262;p3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3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69" name="Google Shape;269;p3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3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3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72" name="Google Shape;27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3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3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78" name="Google Shape;278;p3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3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1" name="Google Shape;281;p3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3" name="Google Shape;283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3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3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4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4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4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4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4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4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4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4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4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4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08925" y="278025"/>
            <a:ext cx="4448400" cy="29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 b="1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613175" y="278025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"/>
          <p:cNvSpPr txBox="1">
            <a:spLocks noGrp="1"/>
          </p:cNvSpPr>
          <p:nvPr>
            <p:ph type="title"/>
          </p:nvPr>
        </p:nvSpPr>
        <p:spPr>
          <a:xfrm>
            <a:off x="2409600" y="1265266"/>
            <a:ext cx="4324800" cy="6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NEXOTECH’25</a:t>
            </a:r>
          </a:p>
        </p:txBody>
      </p:sp>
      <p:sp>
        <p:nvSpPr>
          <p:cNvPr id="308" name="Google Shape;308;p41"/>
          <p:cNvSpPr/>
          <p:nvPr/>
        </p:nvSpPr>
        <p:spPr>
          <a:xfrm>
            <a:off x="-125" y="0"/>
            <a:ext cx="9144000" cy="108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311" name="Google Shape;311;p41"/>
          <p:cNvGraphicFramePr/>
          <p:nvPr>
            <p:extLst>
              <p:ext uri="{D42A27DB-BD31-4B8C-83A1-F6EECF244321}">
                <p14:modId xmlns:p14="http://schemas.microsoft.com/office/powerpoint/2010/main" val="3327709307"/>
              </p:ext>
            </p:extLst>
          </p:nvPr>
        </p:nvGraphicFramePr>
        <p:xfrm>
          <a:off x="942363" y="1971127"/>
          <a:ext cx="7258900" cy="1143000"/>
        </p:xfrm>
        <a:graphic>
          <a:graphicData uri="http://schemas.openxmlformats.org/drawingml/2006/table">
            <a:tbl>
              <a:tblPr>
                <a:noFill/>
                <a:tableStyleId>{3B7D02FA-8FE1-4F16-B8C4-D4BAF4ACA938}</a:tableStyleId>
              </a:tblPr>
              <a:tblGrid>
                <a:gridCol w="176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Project Title</a:t>
                      </a:r>
                      <a:endParaRPr sz="1200" b="1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[Your Project Title Here]</a:t>
                      </a:r>
                      <a:endParaRPr sz="12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Chosen PS</a:t>
                      </a:r>
                      <a:endParaRPr sz="1200" b="1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[Choose between 1 of 5 Tracks]</a:t>
                      </a:r>
                      <a:endParaRPr sz="12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Team Name</a:t>
                      </a:r>
                      <a:endParaRPr sz="1200" b="1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[Your Team Name]</a:t>
                      </a:r>
                      <a:endParaRPr sz="12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321" name="Google Shape;321;p42"/>
          <p:cNvSpPr txBox="1">
            <a:spLocks noGrp="1"/>
          </p:cNvSpPr>
          <p:nvPr>
            <p:ph type="title"/>
          </p:nvPr>
        </p:nvSpPr>
        <p:spPr>
          <a:xfrm>
            <a:off x="1872150" y="437625"/>
            <a:ext cx="5399700" cy="9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</a:t>
            </a:r>
            <a:endParaRPr/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 idx="2"/>
          </p:nvPr>
        </p:nvSpPr>
        <p:spPr>
          <a:xfrm>
            <a:off x="312300" y="1536575"/>
            <a:ext cx="8519400" cy="29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Make sure you read through these instructions before you proceed:</a:t>
            </a:r>
            <a:endParaRPr sz="16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</a:pPr>
            <a:r>
              <a:rPr lang="en" sz="1600">
                <a:solidFill>
                  <a:schemeClr val="lt1"/>
                </a:solidFill>
              </a:rPr>
              <a:t>Participating teams must only use this template project submission.</a:t>
            </a: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</a:pPr>
            <a:r>
              <a:rPr lang="en" sz="1600">
                <a:solidFill>
                  <a:schemeClr val="lt1"/>
                </a:solidFill>
              </a:rPr>
              <a:t>Do not make any design changes to this PPT template or add any new headings.</a:t>
            </a: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</a:pPr>
            <a:r>
              <a:rPr lang="en" sz="1600">
                <a:solidFill>
                  <a:schemeClr val="lt1"/>
                </a:solidFill>
              </a:rPr>
              <a:t>Design changes include: font style, font size, colors, dimensions, etc.</a:t>
            </a: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</a:pPr>
            <a:r>
              <a:rPr lang="en" sz="1600">
                <a:solidFill>
                  <a:schemeClr val="lt1"/>
                </a:solidFill>
              </a:rPr>
              <a:t>Do not add any additional slides.</a:t>
            </a: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</a:pPr>
            <a:r>
              <a:rPr lang="en" sz="1600">
                <a:solidFill>
                  <a:schemeClr val="lt1"/>
                </a:solidFill>
              </a:rPr>
              <a:t>Guidelines have been mentioned each slide. You are allowed to replace those words with relevant information.</a:t>
            </a: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</a:pPr>
            <a:r>
              <a:rPr lang="en" sz="1600">
                <a:solidFill>
                  <a:schemeClr val="lt1"/>
                </a:solidFill>
              </a:rPr>
              <a:t>Do not add any custom fonts, designs, or animations.</a:t>
            </a: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</a:pPr>
            <a:r>
              <a:rPr lang="en" sz="1600">
                <a:solidFill>
                  <a:schemeClr val="lt1"/>
                </a:solidFill>
              </a:rPr>
              <a:t>Delete this slide before submitting.</a:t>
            </a:r>
            <a:endParaRPr sz="16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323" name="Google Shape;323;p42"/>
          <p:cNvPicPr preferRelativeResize="0"/>
          <p:nvPr/>
        </p:nvPicPr>
        <p:blipFill rotWithShape="1">
          <a:blip r:embed="rId3">
            <a:alphaModFix/>
          </a:blip>
          <a:srcRect l="34958" t="30320" r="39373" b="34105"/>
          <a:stretch/>
        </p:blipFill>
        <p:spPr>
          <a:xfrm>
            <a:off x="8298273" y="143625"/>
            <a:ext cx="702024" cy="6950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/>
          <p:nvPr/>
        </p:nvSpPr>
        <p:spPr>
          <a:xfrm>
            <a:off x="30122" y="25497"/>
            <a:ext cx="9086100" cy="5090100"/>
          </a:xfrm>
          <a:prstGeom prst="rect">
            <a:avLst/>
          </a:prstGeom>
          <a:solidFill>
            <a:schemeClr val="lt1"/>
          </a:solidFill>
          <a:ln w="11430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9" name="Google Shape;329;p43"/>
          <p:cNvSpPr txBox="1">
            <a:spLocks noGrp="1"/>
          </p:cNvSpPr>
          <p:nvPr>
            <p:ph type="body" idx="1"/>
          </p:nvPr>
        </p:nvSpPr>
        <p:spPr>
          <a:xfrm>
            <a:off x="485850" y="1221550"/>
            <a:ext cx="8172300" cy="35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nter"/>
              <a:buChar char="●"/>
            </a:pPr>
            <a:r>
              <a:rPr lang="en" sz="1600"/>
              <a:t>What problem or challenge is the idea addressing?</a:t>
            </a:r>
            <a:endParaRPr sz="16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Why is it important now (relevance/context)</a:t>
            </a:r>
            <a:endParaRPr sz="1600"/>
          </a:p>
        </p:txBody>
      </p:sp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>
            <a:off x="1939200" y="334800"/>
            <a:ext cx="52656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 Statement</a:t>
            </a:r>
            <a:endParaRPr/>
          </a:p>
        </p:txBody>
      </p:sp>
      <p:pic>
        <p:nvPicPr>
          <p:cNvPr id="331" name="Google Shape;331;p43"/>
          <p:cNvPicPr preferRelativeResize="0"/>
          <p:nvPr/>
        </p:nvPicPr>
        <p:blipFill rotWithShape="1">
          <a:blip r:embed="rId3">
            <a:alphaModFix/>
          </a:blip>
          <a:srcRect l="34958" t="30320" r="39373" b="34105"/>
          <a:stretch/>
        </p:blipFill>
        <p:spPr>
          <a:xfrm>
            <a:off x="8298273" y="136674"/>
            <a:ext cx="702024" cy="6950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4"/>
          <p:cNvSpPr/>
          <p:nvPr/>
        </p:nvSpPr>
        <p:spPr>
          <a:xfrm>
            <a:off x="30122" y="25497"/>
            <a:ext cx="9086100" cy="5090100"/>
          </a:xfrm>
          <a:prstGeom prst="rect">
            <a:avLst/>
          </a:prstGeom>
          <a:solidFill>
            <a:schemeClr val="lt1"/>
          </a:solidFill>
          <a:ln w="11430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44"/>
          <p:cNvSpPr txBox="1">
            <a:spLocks noGrp="1"/>
          </p:cNvSpPr>
          <p:nvPr>
            <p:ph type="body" idx="1"/>
          </p:nvPr>
        </p:nvSpPr>
        <p:spPr>
          <a:xfrm>
            <a:off x="485850" y="1221550"/>
            <a:ext cx="8172300" cy="35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Who will benefit from this solution?</a:t>
            </a:r>
            <a:endParaRPr sz="16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Who are the primary users or stakeholders?</a:t>
            </a:r>
            <a:endParaRPr sz="16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(e.g. communities, patients, city officials, NGOs, etc.)</a:t>
            </a:r>
            <a:endParaRPr sz="1600"/>
          </a:p>
        </p:txBody>
      </p:sp>
      <p:sp>
        <p:nvSpPr>
          <p:cNvPr id="338" name="Google Shape;338;p44"/>
          <p:cNvSpPr txBox="1">
            <a:spLocks noGrp="1"/>
          </p:cNvSpPr>
          <p:nvPr>
            <p:ph type="title"/>
          </p:nvPr>
        </p:nvSpPr>
        <p:spPr>
          <a:xfrm>
            <a:off x="1939200" y="334800"/>
            <a:ext cx="52656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Target Audience</a:t>
            </a:r>
            <a:endParaRPr/>
          </a:p>
        </p:txBody>
      </p:sp>
      <p:pic>
        <p:nvPicPr>
          <p:cNvPr id="339" name="Google Shape;339;p44"/>
          <p:cNvPicPr preferRelativeResize="0"/>
          <p:nvPr/>
        </p:nvPicPr>
        <p:blipFill rotWithShape="1">
          <a:blip r:embed="rId3">
            <a:alphaModFix/>
          </a:blip>
          <a:srcRect l="34958" t="30320" r="39373" b="34105"/>
          <a:stretch/>
        </p:blipFill>
        <p:spPr>
          <a:xfrm>
            <a:off x="8298273" y="136674"/>
            <a:ext cx="702024" cy="6950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5"/>
          <p:cNvSpPr/>
          <p:nvPr/>
        </p:nvSpPr>
        <p:spPr>
          <a:xfrm>
            <a:off x="30122" y="25497"/>
            <a:ext cx="9086100" cy="5090100"/>
          </a:xfrm>
          <a:prstGeom prst="rect">
            <a:avLst/>
          </a:prstGeom>
          <a:solidFill>
            <a:schemeClr val="lt1"/>
          </a:solidFill>
          <a:ln w="11430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45"/>
          <p:cNvSpPr txBox="1">
            <a:spLocks noGrp="1"/>
          </p:cNvSpPr>
          <p:nvPr>
            <p:ph type="body" idx="1"/>
          </p:nvPr>
        </p:nvSpPr>
        <p:spPr>
          <a:xfrm>
            <a:off x="485850" y="1221550"/>
            <a:ext cx="8172300" cy="35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Brief and clear description of the proposed solution</a:t>
            </a:r>
            <a:endParaRPr sz="16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What is the core concept?</a:t>
            </a:r>
            <a:endParaRPr sz="16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What makes it innovative or different?</a:t>
            </a:r>
            <a:endParaRPr sz="1600"/>
          </a:p>
        </p:txBody>
      </p:sp>
      <p:sp>
        <p:nvSpPr>
          <p:cNvPr id="346" name="Google Shape;346;p45"/>
          <p:cNvSpPr txBox="1">
            <a:spLocks noGrp="1"/>
          </p:cNvSpPr>
          <p:nvPr>
            <p:ph type="title"/>
          </p:nvPr>
        </p:nvSpPr>
        <p:spPr>
          <a:xfrm>
            <a:off x="1939200" y="334800"/>
            <a:ext cx="52656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Idea Overview</a:t>
            </a:r>
            <a:endParaRPr/>
          </a:p>
        </p:txBody>
      </p:sp>
      <p:pic>
        <p:nvPicPr>
          <p:cNvPr id="347" name="Google Shape;347;p45"/>
          <p:cNvPicPr preferRelativeResize="0"/>
          <p:nvPr/>
        </p:nvPicPr>
        <p:blipFill rotWithShape="1">
          <a:blip r:embed="rId3">
            <a:alphaModFix/>
          </a:blip>
          <a:srcRect l="34958" t="30320" r="39373" b="34105"/>
          <a:stretch/>
        </p:blipFill>
        <p:spPr>
          <a:xfrm>
            <a:off x="8298273" y="136674"/>
            <a:ext cx="702024" cy="6950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"/>
          <p:cNvSpPr/>
          <p:nvPr/>
        </p:nvSpPr>
        <p:spPr>
          <a:xfrm>
            <a:off x="30122" y="25497"/>
            <a:ext cx="9086100" cy="5090100"/>
          </a:xfrm>
          <a:prstGeom prst="rect">
            <a:avLst/>
          </a:prstGeom>
          <a:solidFill>
            <a:schemeClr val="lt1"/>
          </a:solidFill>
          <a:ln w="11430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Google Shape;353;p46"/>
          <p:cNvSpPr txBox="1">
            <a:spLocks noGrp="1"/>
          </p:cNvSpPr>
          <p:nvPr>
            <p:ph type="title"/>
          </p:nvPr>
        </p:nvSpPr>
        <p:spPr>
          <a:xfrm>
            <a:off x="746175" y="725275"/>
            <a:ext cx="4418100" cy="7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SDG Alignment</a:t>
            </a:r>
            <a:endParaRPr/>
          </a:p>
        </p:txBody>
      </p:sp>
      <p:sp>
        <p:nvSpPr>
          <p:cNvPr id="354" name="Google Shape;354;p46"/>
          <p:cNvSpPr txBox="1">
            <a:spLocks noGrp="1"/>
          </p:cNvSpPr>
          <p:nvPr>
            <p:ph type="body" idx="1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Choose </a:t>
            </a:r>
            <a:r>
              <a:rPr lang="en" sz="1600" b="1">
                <a:solidFill>
                  <a:srgbClr val="000000"/>
                </a:solidFill>
              </a:rPr>
              <a:t>at least one SDG</a:t>
            </a:r>
            <a:r>
              <a:rPr lang="en" sz="1600">
                <a:solidFill>
                  <a:srgbClr val="000000"/>
                </a:solidFill>
              </a:rPr>
              <a:t> that aligns with your idea</a:t>
            </a:r>
            <a:endParaRPr sz="16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Explain how your project contributes to that SDG</a:t>
            </a:r>
            <a:endParaRPr sz="1600"/>
          </a:p>
        </p:txBody>
      </p:sp>
      <p:pic>
        <p:nvPicPr>
          <p:cNvPr id="355" name="Google Shape;355;p46" title="img_sdgs01_kr_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6700" y="1427287"/>
            <a:ext cx="3752349" cy="228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6"/>
          <p:cNvPicPr preferRelativeResize="0"/>
          <p:nvPr/>
        </p:nvPicPr>
        <p:blipFill rotWithShape="1">
          <a:blip r:embed="rId4">
            <a:alphaModFix/>
          </a:blip>
          <a:srcRect l="34958" t="30320" r="39373" b="34105"/>
          <a:stretch/>
        </p:blipFill>
        <p:spPr>
          <a:xfrm>
            <a:off x="8298273" y="136674"/>
            <a:ext cx="702024" cy="6950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/>
          <p:nvPr/>
        </p:nvSpPr>
        <p:spPr>
          <a:xfrm>
            <a:off x="30122" y="25497"/>
            <a:ext cx="9086100" cy="5090100"/>
          </a:xfrm>
          <a:prstGeom prst="rect">
            <a:avLst/>
          </a:prstGeom>
          <a:solidFill>
            <a:schemeClr val="lt1"/>
          </a:solidFill>
          <a:ln w="11430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Google Shape;362;p47"/>
          <p:cNvSpPr txBox="1">
            <a:spLocks noGrp="1"/>
          </p:cNvSpPr>
          <p:nvPr>
            <p:ph type="body" idx="1"/>
          </p:nvPr>
        </p:nvSpPr>
        <p:spPr>
          <a:xfrm>
            <a:off x="485850" y="1221550"/>
            <a:ext cx="8172300" cy="35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Clearly list 3 to 5 primary features or components of your solution.</a:t>
            </a:r>
            <a:endParaRPr sz="16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Each feature should describe a distinct functionality or technical element that contributes to solving the problem.</a:t>
            </a:r>
            <a:endParaRPr sz="16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Mention what each feature does and why it is useful or impactful.</a:t>
            </a:r>
            <a:endParaRPr sz="1600"/>
          </a:p>
        </p:txBody>
      </p:sp>
      <p:sp>
        <p:nvSpPr>
          <p:cNvPr id="363" name="Google Shape;363;p47"/>
          <p:cNvSpPr txBox="1">
            <a:spLocks noGrp="1"/>
          </p:cNvSpPr>
          <p:nvPr>
            <p:ph type="title"/>
          </p:nvPr>
        </p:nvSpPr>
        <p:spPr>
          <a:xfrm>
            <a:off x="1939200" y="334800"/>
            <a:ext cx="5265600" cy="6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Main Features</a:t>
            </a:r>
            <a:endParaRPr/>
          </a:p>
        </p:txBody>
      </p:sp>
      <p:pic>
        <p:nvPicPr>
          <p:cNvPr id="364" name="Google Shape;364;p47"/>
          <p:cNvPicPr preferRelativeResize="0"/>
          <p:nvPr/>
        </p:nvPicPr>
        <p:blipFill rotWithShape="1">
          <a:blip r:embed="rId3">
            <a:alphaModFix/>
          </a:blip>
          <a:srcRect l="34958" t="30320" r="39373" b="34105"/>
          <a:stretch/>
        </p:blipFill>
        <p:spPr>
          <a:xfrm>
            <a:off x="8298273" y="136674"/>
            <a:ext cx="702024" cy="6950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8"/>
          <p:cNvSpPr/>
          <p:nvPr/>
        </p:nvSpPr>
        <p:spPr>
          <a:xfrm>
            <a:off x="30122" y="25497"/>
            <a:ext cx="9086100" cy="5090100"/>
          </a:xfrm>
          <a:prstGeom prst="rect">
            <a:avLst/>
          </a:prstGeom>
          <a:solidFill>
            <a:schemeClr val="lt1"/>
          </a:solidFill>
          <a:ln w="11430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0" name="Google Shape;370;p48"/>
          <p:cNvSpPr txBox="1">
            <a:spLocks noGrp="1"/>
          </p:cNvSpPr>
          <p:nvPr>
            <p:ph type="body" idx="1"/>
          </p:nvPr>
        </p:nvSpPr>
        <p:spPr>
          <a:xfrm>
            <a:off x="485850" y="1221550"/>
            <a:ext cx="8172300" cy="35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Social, environmental, or economic outcomes</a:t>
            </a:r>
            <a:endParaRPr sz="16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How will it improve lives or solve the problem?</a:t>
            </a:r>
            <a:endParaRPr sz="16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Mention potential for scalability or broader relevance</a:t>
            </a:r>
            <a:endParaRPr sz="1600"/>
          </a:p>
        </p:txBody>
      </p:sp>
      <p:sp>
        <p:nvSpPr>
          <p:cNvPr id="371" name="Google Shape;371;p48"/>
          <p:cNvSpPr txBox="1">
            <a:spLocks noGrp="1"/>
          </p:cNvSpPr>
          <p:nvPr>
            <p:ph type="title"/>
          </p:nvPr>
        </p:nvSpPr>
        <p:spPr>
          <a:xfrm>
            <a:off x="1939200" y="334800"/>
            <a:ext cx="52656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Expected Impact</a:t>
            </a:r>
            <a:endParaRPr/>
          </a:p>
        </p:txBody>
      </p:sp>
      <p:pic>
        <p:nvPicPr>
          <p:cNvPr id="372" name="Google Shape;372;p48"/>
          <p:cNvPicPr preferRelativeResize="0"/>
          <p:nvPr/>
        </p:nvPicPr>
        <p:blipFill rotWithShape="1">
          <a:blip r:embed="rId3">
            <a:alphaModFix/>
          </a:blip>
          <a:srcRect l="34958" t="30320" r="39373" b="34105"/>
          <a:stretch/>
        </p:blipFill>
        <p:spPr>
          <a:xfrm>
            <a:off x="8298273" y="136674"/>
            <a:ext cx="702024" cy="6950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9"/>
          <p:cNvSpPr/>
          <p:nvPr/>
        </p:nvSpPr>
        <p:spPr>
          <a:xfrm>
            <a:off x="30122" y="25497"/>
            <a:ext cx="9086100" cy="5090100"/>
          </a:xfrm>
          <a:prstGeom prst="rect">
            <a:avLst/>
          </a:prstGeom>
          <a:solidFill>
            <a:schemeClr val="lt1"/>
          </a:solidFill>
          <a:ln w="11430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8" name="Google Shape;378;p49"/>
          <p:cNvSpPr txBox="1">
            <a:spLocks noGrp="1"/>
          </p:cNvSpPr>
          <p:nvPr>
            <p:ph type="title"/>
          </p:nvPr>
        </p:nvSpPr>
        <p:spPr>
          <a:xfrm>
            <a:off x="702675" y="596800"/>
            <a:ext cx="6868800" cy="13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Roadmap</a:t>
            </a:r>
            <a:endParaRPr/>
          </a:p>
        </p:txBody>
      </p:sp>
      <p:sp>
        <p:nvSpPr>
          <p:cNvPr id="379" name="Google Shape;379;p49"/>
          <p:cNvSpPr txBox="1">
            <a:spLocks noGrp="1"/>
          </p:cNvSpPr>
          <p:nvPr>
            <p:ph type="body" idx="2"/>
          </p:nvPr>
        </p:nvSpPr>
        <p:spPr>
          <a:xfrm>
            <a:off x="2601850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Description…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49"/>
          <p:cNvSpPr txBox="1">
            <a:spLocks noGrp="1"/>
          </p:cNvSpPr>
          <p:nvPr>
            <p:ph type="body" idx="1"/>
          </p:nvPr>
        </p:nvSpPr>
        <p:spPr>
          <a:xfrm>
            <a:off x="589475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Description…</a:t>
            </a:r>
            <a:endParaRPr/>
          </a:p>
        </p:txBody>
      </p:sp>
      <p:sp>
        <p:nvSpPr>
          <p:cNvPr id="381" name="Google Shape;381;p49"/>
          <p:cNvSpPr txBox="1">
            <a:spLocks noGrp="1"/>
          </p:cNvSpPr>
          <p:nvPr>
            <p:ph type="body" idx="3"/>
          </p:nvPr>
        </p:nvSpPr>
        <p:spPr>
          <a:xfrm>
            <a:off x="4601450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Description…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9"/>
          <p:cNvSpPr txBox="1">
            <a:spLocks noGrp="1"/>
          </p:cNvSpPr>
          <p:nvPr>
            <p:ph type="body" idx="4"/>
          </p:nvPr>
        </p:nvSpPr>
        <p:spPr>
          <a:xfrm>
            <a:off x="6602800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Description…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9"/>
          <p:cNvSpPr/>
          <p:nvPr/>
        </p:nvSpPr>
        <p:spPr>
          <a:xfrm>
            <a:off x="556250" y="1802450"/>
            <a:ext cx="1724700" cy="3603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Phase 1</a:t>
            </a:r>
            <a:endParaRPr>
              <a:solidFill>
                <a:schemeClr val="dk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84" name="Google Shape;384;p49"/>
          <p:cNvSpPr/>
          <p:nvPr/>
        </p:nvSpPr>
        <p:spPr>
          <a:xfrm>
            <a:off x="556250" y="2291638"/>
            <a:ext cx="1724700" cy="360300"/>
          </a:xfrm>
          <a:prstGeom prst="roundRect">
            <a:avLst>
              <a:gd name="adj" fmla="val 50000"/>
            </a:avLst>
          </a:prstGeom>
          <a:solidFill>
            <a:srgbClr val="1C458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 A</a:t>
            </a:r>
            <a:endParaRPr sz="12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85" name="Google Shape;385;p49"/>
          <p:cNvSpPr/>
          <p:nvPr/>
        </p:nvSpPr>
        <p:spPr>
          <a:xfrm>
            <a:off x="2550692" y="1802450"/>
            <a:ext cx="1724700" cy="3603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Phase 2</a:t>
            </a:r>
            <a:endParaRPr>
              <a:solidFill>
                <a:schemeClr val="dk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86" name="Google Shape;386;p49"/>
          <p:cNvSpPr/>
          <p:nvPr/>
        </p:nvSpPr>
        <p:spPr>
          <a:xfrm>
            <a:off x="2572563" y="2291638"/>
            <a:ext cx="1724700" cy="360300"/>
          </a:xfrm>
          <a:prstGeom prst="roundRect">
            <a:avLst>
              <a:gd name="adj" fmla="val 50000"/>
            </a:avLst>
          </a:prstGeom>
          <a:solidFill>
            <a:srgbClr val="1C458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 B</a:t>
            </a:r>
            <a:endParaRPr sz="12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87" name="Google Shape;387;p49"/>
          <p:cNvSpPr/>
          <p:nvPr/>
        </p:nvSpPr>
        <p:spPr>
          <a:xfrm>
            <a:off x="4545133" y="1802450"/>
            <a:ext cx="1724700" cy="3603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Phase 3</a:t>
            </a:r>
            <a:endParaRPr>
              <a:solidFill>
                <a:schemeClr val="dk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88" name="Google Shape;388;p49"/>
          <p:cNvSpPr/>
          <p:nvPr/>
        </p:nvSpPr>
        <p:spPr>
          <a:xfrm>
            <a:off x="4572163" y="2291638"/>
            <a:ext cx="1724700" cy="360300"/>
          </a:xfrm>
          <a:prstGeom prst="roundRect">
            <a:avLst>
              <a:gd name="adj" fmla="val 50000"/>
            </a:avLst>
          </a:prstGeom>
          <a:solidFill>
            <a:srgbClr val="1C458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 C</a:t>
            </a:r>
            <a:endParaRPr sz="12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89" name="Google Shape;389;p49"/>
          <p:cNvSpPr/>
          <p:nvPr/>
        </p:nvSpPr>
        <p:spPr>
          <a:xfrm>
            <a:off x="6539575" y="1802450"/>
            <a:ext cx="1724700" cy="3603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Phase 4</a:t>
            </a:r>
            <a:endParaRPr>
              <a:solidFill>
                <a:schemeClr val="dk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90" name="Google Shape;390;p49"/>
          <p:cNvSpPr/>
          <p:nvPr/>
        </p:nvSpPr>
        <p:spPr>
          <a:xfrm>
            <a:off x="6548663" y="2291638"/>
            <a:ext cx="1724700" cy="360300"/>
          </a:xfrm>
          <a:prstGeom prst="roundRect">
            <a:avLst>
              <a:gd name="adj" fmla="val 50000"/>
            </a:avLst>
          </a:prstGeom>
          <a:solidFill>
            <a:srgbClr val="1C458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 D</a:t>
            </a:r>
            <a:endParaRPr sz="12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391" name="Google Shape;391;p49"/>
          <p:cNvCxnSpPr/>
          <p:nvPr/>
        </p:nvCxnSpPr>
        <p:spPr>
          <a:xfrm>
            <a:off x="2423550" y="1935988"/>
            <a:ext cx="0" cy="26085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92" name="Google Shape;392;p49"/>
          <p:cNvCxnSpPr/>
          <p:nvPr/>
        </p:nvCxnSpPr>
        <p:spPr>
          <a:xfrm>
            <a:off x="4421425" y="1935988"/>
            <a:ext cx="0" cy="26085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93" name="Google Shape;393;p49"/>
          <p:cNvCxnSpPr/>
          <p:nvPr/>
        </p:nvCxnSpPr>
        <p:spPr>
          <a:xfrm>
            <a:off x="6422775" y="1935988"/>
            <a:ext cx="0" cy="26085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pic>
        <p:nvPicPr>
          <p:cNvPr id="394" name="Google Shape;394;p49"/>
          <p:cNvPicPr preferRelativeResize="0"/>
          <p:nvPr/>
        </p:nvPicPr>
        <p:blipFill rotWithShape="1">
          <a:blip r:embed="rId3">
            <a:alphaModFix/>
          </a:blip>
          <a:srcRect l="34958" t="30320" r="39373" b="34105"/>
          <a:stretch/>
        </p:blipFill>
        <p:spPr>
          <a:xfrm>
            <a:off x="8298273" y="136674"/>
            <a:ext cx="702024" cy="6950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0"/>
          <p:cNvSpPr/>
          <p:nvPr/>
        </p:nvSpPr>
        <p:spPr>
          <a:xfrm>
            <a:off x="30122" y="25497"/>
            <a:ext cx="9086100" cy="5090100"/>
          </a:xfrm>
          <a:prstGeom prst="rect">
            <a:avLst/>
          </a:prstGeom>
          <a:solidFill>
            <a:schemeClr val="lt1"/>
          </a:solidFill>
          <a:ln w="11430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0" name="Google Shape;400;p50"/>
          <p:cNvSpPr txBox="1">
            <a:spLocks noGrp="1"/>
          </p:cNvSpPr>
          <p:nvPr>
            <p:ph type="body" idx="1"/>
          </p:nvPr>
        </p:nvSpPr>
        <p:spPr>
          <a:xfrm>
            <a:off x="485850" y="1221550"/>
            <a:ext cx="8172300" cy="35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Placeholder for sketches, wireframes, concept visuals, or flowcharts</a:t>
            </a:r>
            <a:endParaRPr sz="16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Teams can use this for any supporting visual explanation</a:t>
            </a:r>
            <a:endParaRPr sz="1600"/>
          </a:p>
        </p:txBody>
      </p:sp>
      <p:sp>
        <p:nvSpPr>
          <p:cNvPr id="401" name="Google Shape;401;p50"/>
          <p:cNvSpPr txBox="1">
            <a:spLocks noGrp="1"/>
          </p:cNvSpPr>
          <p:nvPr>
            <p:ph type="title"/>
          </p:nvPr>
        </p:nvSpPr>
        <p:spPr>
          <a:xfrm>
            <a:off x="1588200" y="390300"/>
            <a:ext cx="5967600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/>
              <a:t>Visuals / Diagrams / Figures</a:t>
            </a:r>
            <a:endParaRPr/>
          </a:p>
        </p:txBody>
      </p:sp>
      <p:pic>
        <p:nvPicPr>
          <p:cNvPr id="402" name="Google Shape;402;p50"/>
          <p:cNvPicPr preferRelativeResize="0"/>
          <p:nvPr/>
        </p:nvPicPr>
        <p:blipFill rotWithShape="1">
          <a:blip r:embed="rId3">
            <a:alphaModFix/>
          </a:blip>
          <a:srcRect l="34958" t="30320" r="39373" b="34105"/>
          <a:stretch/>
        </p:blipFill>
        <p:spPr>
          <a:xfrm>
            <a:off x="8298273" y="136674"/>
            <a:ext cx="702024" cy="6950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1"/>
          <p:cNvSpPr txBox="1">
            <a:spLocks noGrp="1"/>
          </p:cNvSpPr>
          <p:nvPr>
            <p:ph type="title"/>
          </p:nvPr>
        </p:nvSpPr>
        <p:spPr>
          <a:xfrm>
            <a:off x="967550" y="433700"/>
            <a:ext cx="4083000" cy="7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08" name="Google Shape;408;p51"/>
          <p:cNvSpPr txBox="1">
            <a:spLocks noGrp="1"/>
          </p:cNvSpPr>
          <p:nvPr>
            <p:ph type="body" idx="2"/>
          </p:nvPr>
        </p:nvSpPr>
        <p:spPr>
          <a:xfrm>
            <a:off x="476400" y="1411950"/>
            <a:ext cx="8191200" cy="33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lt1"/>
                </a:solidFill>
              </a:rPr>
              <a:t>Mention any references used for the project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409" name="Google Shape;409;p51"/>
          <p:cNvPicPr preferRelativeResize="0"/>
          <p:nvPr/>
        </p:nvPicPr>
        <p:blipFill rotWithShape="1">
          <a:blip r:embed="rId3">
            <a:alphaModFix/>
          </a:blip>
          <a:srcRect l="34958" t="30320" r="39373" b="34105"/>
          <a:stretch/>
        </p:blipFill>
        <p:spPr>
          <a:xfrm>
            <a:off x="8298273" y="136674"/>
            <a:ext cx="702024" cy="6950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vestor Pitch">
  <a:themeElements>
    <a:clrScheme name="Simple Light">
      <a:dk1>
        <a:srgbClr val="1A36B4"/>
      </a:dk1>
      <a:lt1>
        <a:srgbClr val="F6F5EC"/>
      </a:lt1>
      <a:dk2>
        <a:srgbClr val="1D1D1D"/>
      </a:dk2>
      <a:lt2>
        <a:srgbClr val="A4C2F4"/>
      </a:lt2>
      <a:accent1>
        <a:srgbClr val="FFFFFF"/>
      </a:accent1>
      <a:accent2>
        <a:srgbClr val="1A36B4"/>
      </a:accent2>
      <a:accent3>
        <a:srgbClr val="1D1D1D"/>
      </a:accent3>
      <a:accent4>
        <a:srgbClr val="F6F5EC"/>
      </a:accent4>
      <a:accent5>
        <a:srgbClr val="1A36B4"/>
      </a:accent5>
      <a:accent6>
        <a:srgbClr val="595959"/>
      </a:accent6>
      <a:hlink>
        <a:srgbClr val="A4C2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</Words>
  <Application>Microsoft Office PowerPoint</Application>
  <PresentationFormat>On-screen Show (16:9)</PresentationFormat>
  <Paragraphs>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Work Sans</vt:lpstr>
      <vt:lpstr>Inter SemiBold</vt:lpstr>
      <vt:lpstr>Inter Light</vt:lpstr>
      <vt:lpstr>Inter</vt:lpstr>
      <vt:lpstr>Arial</vt:lpstr>
      <vt:lpstr>Investor Pitch</vt:lpstr>
      <vt:lpstr>NEXOTECH’25</vt:lpstr>
      <vt:lpstr>Instructions</vt:lpstr>
      <vt:lpstr>Problem Statement</vt:lpstr>
      <vt:lpstr>Target Audience</vt:lpstr>
      <vt:lpstr>Idea Overview</vt:lpstr>
      <vt:lpstr>SDG Alignment</vt:lpstr>
      <vt:lpstr>Main Features</vt:lpstr>
      <vt:lpstr>Expected Impact</vt:lpstr>
      <vt:lpstr>Implementation Roadmap</vt:lpstr>
      <vt:lpstr>Visuals / Diagrams / Figures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Sanjeev kumar S</cp:lastModifiedBy>
  <cp:revision>2</cp:revision>
  <dcterms:modified xsi:type="dcterms:W3CDTF">2025-09-03T14:49:18Z</dcterms:modified>
</cp:coreProperties>
</file>